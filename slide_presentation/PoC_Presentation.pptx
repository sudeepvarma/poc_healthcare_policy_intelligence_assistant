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Clear"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25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lang="en-IN" sz="4570" b="0" u="none" strike="noStrike">
                <a:solidFill>
                  <a:srgbClr val="0b4587"/>
                </a:solidFill>
                <a:effectLst/>
                <a:uFillTx/>
                <a:latin typeface="Source Sans Pro Light"/>
              </a:rPr>
              <a:t>Click to edit the title text format</a:t>
            </a:r>
            <a:endParaRPr lang="en-IN" sz="4570" b="0" u="none" strike="noStrike">
              <a:solidFill>
                <a:srgbClr val="0b4587"/>
              </a:solidFill>
              <a:effectLst/>
              <a:uFillTx/>
              <a:latin typeface="Source Sans Pro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3237120"/>
            <a:ext cx="9071640" cy="2062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6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57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Second Outline Level</a:t>
            </a:r>
            <a:endParaRPr lang="en-IN" sz="157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296000" lvl="2" indent="-288000">
              <a:spcBef>
                <a:spcPts val="47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Third Outline Level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728000" lvl="3" indent="-216000">
              <a:spcBef>
                <a:spcPts val="31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Fourth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160000" lvl="4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Fifth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592000" lvl="5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Sixth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3024000" lvl="6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Seventh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CB65A944-D122-47F4-BE67-E4DED3DBD35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impleClear"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25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lang="en-IN" sz="4570" b="0" u="none" strike="noStrike">
                <a:solidFill>
                  <a:srgbClr val="0b4587"/>
                </a:solidFill>
                <a:effectLst/>
                <a:uFillTx/>
                <a:latin typeface="Source Sans Pro Light"/>
              </a:rPr>
              <a:t>Click to edit the title text format</a:t>
            </a:r>
            <a:endParaRPr lang="en-IN" sz="4570" b="0" u="none" strike="noStrike">
              <a:solidFill>
                <a:srgbClr val="0b4587"/>
              </a:solidFill>
              <a:effectLst/>
              <a:uFillTx/>
              <a:latin typeface="Source Sans Pro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3237120"/>
            <a:ext cx="9071640" cy="2062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6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57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Second Outline Level</a:t>
            </a:r>
            <a:endParaRPr lang="en-IN" sz="157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296000" lvl="2" indent="-288000">
              <a:spcBef>
                <a:spcPts val="47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35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Third Outline Level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728000" lvl="3" indent="-216000">
              <a:spcBef>
                <a:spcPts val="31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Fourth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160000" lvl="4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Fifth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592000" lvl="5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Sixth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3024000" lvl="6" indent="-216000">
              <a:spcBef>
                <a:spcPts val="1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12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Seventh Outline Level</a:t>
            </a:r>
            <a:endParaRPr lang="en-IN" sz="112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A3B89A12-A029-4F5D-AC6E-3391F5D54C33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7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Enterprise Content Intelligence (PoC)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endParaRPr lang="en-IN" sz="3200" b="1" u="none" strike="noStrike">
              <a:solidFill>
                <a:srgbClr val="303030"/>
              </a:solidFill>
              <a:effectLst/>
              <a:uFillTx/>
              <a:latin typeface="Calibri"/>
            </a:endParaRPr>
          </a:p>
          <a:p>
            <a:pPr indent="0">
              <a:buNone/>
            </a:pPr>
            <a:r>
              <a:rPr lang="en-IN" sz="3200" b="1" u="none" strike="noStrike">
                <a:solidFill>
                  <a:srgbClr val="303030"/>
                </a:solidFill>
                <a:effectLst/>
                <a:uFillTx/>
                <a:latin typeface="Calibri"/>
              </a:rPr>
              <a:t>Healthcare Content Lifecycle Management using AI</a:t>
            </a:r>
            <a:br>
              <a:rPr sz="3200"/>
            </a:br>
            <a:br>
              <a:rPr sz="3200"/>
            </a:br>
            <a:r>
              <a:rPr lang="en-IN" sz="3200" b="1" u="none" strike="noStrike">
                <a:solidFill>
                  <a:srgbClr val="303030"/>
                </a:solidFill>
                <a:effectLst/>
                <a:uFillTx/>
                <a:latin typeface="Calibri"/>
              </a:rPr>
              <a:t>Presenter : Sudeep Varma K</a:t>
            </a:r>
            <a:endParaRPr lang="en-IN" sz="3200" b="1" u="none" strike="noStrike">
              <a:solidFill>
                <a:srgbClr val="303030"/>
              </a:solidFill>
              <a:effectLst/>
              <a:uFillTx/>
              <a:latin typeface="Calibri"/>
            </a:endParaRPr>
          </a:p>
          <a:p>
            <a:pPr indent="0">
              <a:buNone/>
            </a:pPr>
            <a:r>
              <a:rPr lang="en-IN" sz="3200" b="1" u="none" strike="noStrike">
                <a:solidFill>
                  <a:srgbClr val="303030"/>
                </a:solidFill>
                <a:effectLst/>
                <a:uFillTx/>
                <a:latin typeface="Calibri"/>
              </a:rPr>
              <a:t>(PoC Developed : 27-06-2026)</a:t>
            </a:r>
            <a:endParaRPr lang="en-IN" sz="3200" b="1" u="none" strike="noStrike">
              <a:solidFill>
                <a:srgbClr val="30303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74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Problem Statement &amp; Challenges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1640" cy="38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794"/>
              </a:spcBef>
              <a:buNone/>
            </a:pP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Healthcare organizations manage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: Billing policies, Clinical practice guidelines, Provider contracts, Coding manuals, Frequent policy updates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>
              <a:spcBef>
                <a:spcPts val="794"/>
              </a:spcBef>
              <a:buNone/>
            </a:pP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Challenges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Manual review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Slow onboarding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Compliance risks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Financial risk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Difficult policy comparison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0">
              <a:spcBef>
                <a:spcPts val="794"/>
              </a:spcBef>
              <a:buNone/>
            </a:pP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Mission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: Automate ingestion, audit policy changes, and seamlessly compile prose descriptions into executable programming code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>
              <a:spcBef>
                <a:spcPts val="794"/>
              </a:spcBef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504360" y="515520"/>
            <a:ext cx="9071640" cy="74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Industry Trends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04720" y="118836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Retrieval-Augmented Generation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Local Large Language Models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Semantic Search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Vector Databases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Structured Knowledge Extraction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Policy Automation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74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Proposed Solution &amp; PoC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04360" y="1360080"/>
            <a:ext cx="9071640" cy="385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Proposed solution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: Automated healthcare content intelligence system that Ingests and compares healthcare documents to validate operational changes and convert narrative policies into executable code</a:t>
            </a:r>
            <a:br>
              <a:rPr sz="1800"/>
            </a:br>
            <a:br>
              <a:rPr sz="1800"/>
            </a:b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Three workflows/tracks of PoC: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document ingestion, semantic indexing, RAG, structured information extraction with schema validation (</a:t>
            </a: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Intelligent Ingestion &amp; Verified RAG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compares two versions of healthcare policies &amp; identifies important operational differences (</a:t>
            </a: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Payer-Provider Policy Shift Audit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converts narrative healthcare policies into executable Python functions and validates those functions using sample patient data (</a:t>
            </a:r>
            <a:r>
              <a:rPr lang="en-IN" sz="1800" b="0" u="sng" strike="noStrike">
                <a:solidFill>
                  <a:srgbClr val="000000"/>
                </a:solidFill>
                <a:effectLst/>
                <a:uFillTx/>
                <a:latin typeface="Calibri"/>
              </a:rPr>
              <a:t>Policy-to-Code Transformation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5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Demonstration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29600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PDF Upload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Semantic Search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RAG Question Answering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Structured JSON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Policy Comparison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Policy-to-Code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Rule Validation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74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Technology Stack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38840" y="145692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Frontend : Streamlit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AI/LLM : Ollama, Llama 3.1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NLP : Sentence Transformers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Database : ChromaDB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Parsing : PyMuPDF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Validation : Pydantic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74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Business Value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04720" y="115272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Faster policy review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Better consistency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Reduced manual effort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Improved compliance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Privacy-first AI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Scalable architecture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54160"/>
            <a:ext cx="9071640" cy="10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2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Strategic Recommendations &amp; Growth Opportunities</a:t>
            </a:r>
            <a:endParaRPr lang="en-IN" sz="42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504720" y="144000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Instant Rule Deployment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Automated Policy Comparison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On-Premise AI Assistants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Enterprise Knowledge Platform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indent="-324000">
              <a:spcBef>
                <a:spcPts val="79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515160"/>
            <a:ext cx="9071640" cy="56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spAutoFit/>
          </a:bodyPr>
          <a:p>
            <a:pPr indent="0">
              <a:buNone/>
            </a:pPr>
            <a:r>
              <a:rPr lang="en-IN" sz="4400" b="0" u="none" strike="noStrike">
                <a:solidFill>
                  <a:srgbClr val="0b4587"/>
                </a:solidFill>
                <a:effectLst/>
                <a:uFillTx/>
                <a:latin typeface="Calibri"/>
              </a:rPr>
              <a:t>Future Enhancements &amp; Conclusion</a:t>
            </a:r>
            <a:endParaRPr lang="en-IN" sz="4400" b="0" u="none" strike="noStrike">
              <a:solidFill>
                <a:srgbClr val="0b4587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000440"/>
            <a:ext cx="9071640" cy="403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Modern AI for Healthcare Content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Privacy-Preserving Local Architecture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Working Proof of Concept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Future Enhancement Opportunities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Thank you!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 Rounded MT 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LibreOffice/25.8.7.3$Windows_X86_64 LibreOffice_project/30742500f2d3eb4366ac312fa33d3dcabdb3eba5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2026-06-28T06:37:32Z</dcterms:created>
  <dc:creator/>
  <dc:description/>
  <dc:language>en-IN</dc:language>
  <cp:lastModifiedBy/>
  <dcterms:modified xsi:type="dcterms:W3CDTF">2026-06-28T14:39:14Z</dcterms:modified>
  <cp:revision>3</cp:revision>
  <dc:subject/>
  <dc:title/>
</cp:coreProperties>
</file>